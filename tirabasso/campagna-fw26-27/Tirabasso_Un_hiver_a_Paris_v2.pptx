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Titolo di lavoro ripreso dalla v1. Foto di copertina: riferimento dalla cartella di ricerca (Palais-Royal), non uno scatto Tirabasso.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Immagine: fotogramma dal film Borsalino Fluid Line (riferimento). Palette indicativa, da accordare ai colori reali della collezione.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dalla cartella di ricerca. Il logo Celine sovrapposto fa parte del post originale.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del post Instagram @brunellocucinelli_brand del 24 agosto.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Fotogrammi dal video @borsalino_world (Fluid Line) scaricato nella cartella. Instagram segnala il post come "Contenuti IA".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del post @natalibolgar.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Sequenza proposta, non ancora un piano di produzione. Nuova rispetto alla v1: la scena dell’ascensore (riferimento Cucinelli).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Tempi, troupe e consegne sono una proposta di partenza, da definire con il cliente e il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palais.jpg">    </p:cNvPr>
          <p:cNvPicPr>
            <a:picLocks noChangeAspect="1"/>
          </p:cNvPicPr>
          <p:nvPr/>
        </p:nvPicPr>
        <p:blipFill>
          <a:blip r:embed="rId1"/>
          <a:srcRect l="2510" r="251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pic>
        <p:nvPicPr>
          <p:cNvPr id="3" name="Image 1" descr="img/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48640"/>
            <a:ext cx="1280160" cy="114372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2743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CAMPAGNA AUTUNNO / INVERNO 2026–27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310896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hiver</a:t>
            </a:r>
            <a:endParaRPr lang="en-US" sz="6000" dirty="0"/>
          </a:p>
          <a:p>
            <a:pPr indent="0" marL="0">
              <a:buNone/>
            </a:pPr>
            <a:r>
              <a:rPr lang="en-US" sz="6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Paris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257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creativa per i cappelli donna Tirabasso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0807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8A8D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Kubla · settembre 2026 · v2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ross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25780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L’IDEA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257800" y="109728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giornata d’inverno,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 di passaggio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257800" y="2697480"/>
            <a:ext cx="6217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donna attraversa Parigi in una giornata di pioggia e nebbia. Esce di casa, attraversa la strada, prende un caffè, scende nella metro, sale in un ascensore d’epoca. Non si ferma mai per l’obiettivo: la fotografiamo come la vedrebbe un passante.</a:t>
            </a:r>
            <a:endParaRPr lang="en-US" sz="1500" dirty="0"/>
          </a:p>
          <a:p>
            <a:pPr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50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cappello Tirabasso è l’unica cosa che non cambia. La accompagna in ogni momento e rende riconoscibile la sua figura tra la gente.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257800" y="5074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Sempre in movimento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257800" y="5440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Cammina, attraversa, sale, scende.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5074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 in posa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60920" y="5440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Immagini rubate, mai costruite.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50749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città come scena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464040" y="5440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L’architettura racconta il suo mondo.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bors_5.jpg">    </p:cNvPr>
          <p:cNvPicPr>
            <a:picLocks noChangeAspect="1"/>
          </p:cNvPicPr>
          <p:nvPr/>
        </p:nvPicPr>
        <p:blipFill>
          <a:blip r:embed="rId1"/>
          <a:srcRect l="0" r="0" t="4144" b="4144"/>
          <a:stretch/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89204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ATMOSFERA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892040" y="1097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grigio di Parigi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89204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Pioggia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89204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Asfalto bagnato, riflessi, ombrelli, vetri appannati.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Nebbia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Mattine velate, profondità che si perde, figure che emergono.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Foglie secche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3657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Viali spogli, foglie a terra nei giardini e sui marciapiedi.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3246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Pietra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3657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Facciate haussmanniane, portici, pavé, ferro battuto.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PALETTE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92040" y="4937760"/>
            <a:ext cx="1188720" cy="822960"/>
          </a:xfrm>
          <a:prstGeom prst="rect">
            <a:avLst/>
          </a:prstGeom>
          <a:solidFill>
            <a:srgbClr val="2B2D30"/>
          </a:solidFill>
          <a:ln w="9525">
            <a:solidFill>
              <a:srgbClr val="3A3D4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92040" y="58521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Antracite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4937760"/>
            <a:ext cx="1188720" cy="822960"/>
          </a:xfrm>
          <a:prstGeom prst="rect">
            <a:avLst/>
          </a:prstGeom>
          <a:solidFill>
            <a:srgbClr val="5E6266"/>
          </a:solidFill>
          <a:ln w="9525">
            <a:solidFill>
              <a:srgbClr val="3A3D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217920" y="58521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Ardesia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543800" y="4937760"/>
            <a:ext cx="1188720" cy="822960"/>
          </a:xfrm>
          <a:prstGeom prst="rect">
            <a:avLst/>
          </a:prstGeom>
          <a:solidFill>
            <a:srgbClr val="8E9092"/>
          </a:solidFill>
          <a:ln w="9525">
            <a:solidFill>
              <a:srgbClr val="3A3D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543800" y="58521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Pietra bagnata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869680" y="4937760"/>
            <a:ext cx="1188720" cy="822960"/>
          </a:xfrm>
          <a:prstGeom prst="rect">
            <a:avLst/>
          </a:prstGeom>
          <a:solidFill>
            <a:srgbClr val="C9CACB"/>
          </a:solidFill>
          <a:ln w="9525">
            <a:solidFill>
              <a:srgbClr val="3A3D4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69680" y="58521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Nebbia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0195560" y="4937760"/>
            <a:ext cx="1188720" cy="822960"/>
          </a:xfrm>
          <a:prstGeom prst="rect">
            <a:avLst/>
          </a:prstGeom>
          <a:solidFill>
            <a:srgbClr val="A8875A"/>
          </a:solidFill>
          <a:ln w="9525">
            <a:solidFill>
              <a:srgbClr val="3A3D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95560" y="58521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Cammello · accento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olumn.jpg">    </p:cNvPr>
          <p:cNvPicPr>
            <a:picLocks noChangeAspect="1"/>
          </p:cNvPicPr>
          <p:nvPr/>
        </p:nvPicPr>
        <p:blipFill>
          <a:blip r:embed="rId1"/>
          <a:srcRect l="3856" r="7161" t="0" b="0"/>
          <a:stretch/>
        </p:blipFill>
        <p:spPr>
          <a:xfrm>
            <a:off x="7680960" y="0"/>
            <a:ext cx="4510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FOTOGRAFIA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972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 in posa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10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21031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gesto prima della posa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243230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Diamo alla modella una destinazione e un’azione. Lo scatto arriva a metà del gesto.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718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9718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sguardo di un passante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325880" y="330098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Teleobiettivo dal marciapiede opposto, attraverso vetrine, tra la gente.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840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8404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Movimento visibile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25880" y="416966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cappotto che si apre, il passo lungo, un leggero mosso. Il cappello resta leggibile.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709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70916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luce vera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25880" y="503834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Luce diffusa del cielo coperto. Interni appena più caldi della strada.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577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55778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 grigi, grana di pellicola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5907024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 freddo e desaturato; una parte della serie in bianco e nero.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beret.jpg">    </p:cNvPr>
          <p:cNvPicPr>
            <a:picLocks noChangeAspect="1"/>
          </p:cNvPicPr>
          <p:nvPr/>
        </p:nvPicPr>
        <p:blipFill>
          <a:blip r:embed="rId1"/>
          <a:srcRect l="8222" r="8222" t="0" b="0"/>
          <a:stretch/>
        </p:blipFill>
        <p:spPr>
          <a:xfrm>
            <a:off x="0" y="0"/>
            <a:ext cx="42976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93776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STYLING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937760" y="10972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Ricchezza silenziosa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9202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Prendiamo spunto dall’old money senza citarlo alla lettera. La ricchezza si legge nei materiali, nei tagli e nella misura, non nei loghi.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Sì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3832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Cappotti lunghi in lana e cashmere, spigato, doppiopetto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Dolcevita, gonne midi, pantaloni ampi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Guanti in pelle, collant velati, stivaletti a punta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Borse strutturate portate a mano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Gioielli dorati discreti, occhiali scuri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926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E62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33832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Loghi e monogrammi in vista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Perle, tweed e foulard tutti insieme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vintage o in costume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Colori accesi fuori dal cappello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IL CAPPELLO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Sempre protagonista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1430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ogni scena il cappello definisce la silhouette. Alterniamo figura intera e dettagli ravvicinati per rendere leggibili forma, feltro e finiture anche mentre lei cammina. L’unico colore acceso concesso è il suo.</a:t>
            </a:r>
            <a:endParaRPr lang="en-US" sz="1400" dirty="0"/>
          </a:p>
        </p:txBody>
      </p:sp>
      <p:pic>
        <p:nvPicPr>
          <p:cNvPr id="5" name="Image 0" descr="img/hat1.jpg">    </p:cNvPr>
          <p:cNvPicPr>
            <a:picLocks noChangeAspect="1"/>
          </p:cNvPicPr>
          <p:nvPr/>
        </p:nvPicPr>
        <p:blipFill>
          <a:blip r:embed="rId1"/>
          <a:srcRect l="0" r="0" t="10714" b="10714"/>
          <a:stretch/>
        </p:blipFill>
        <p:spPr>
          <a:xfrm>
            <a:off x="685800" y="2606040"/>
            <a:ext cx="2560320" cy="3017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5760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Fedora in feltro cammello</a:t>
            </a:r>
            <a:endParaRPr lang="en-US" sz="1200" dirty="0"/>
          </a:p>
        </p:txBody>
      </p:sp>
      <p:pic>
        <p:nvPicPr>
          <p:cNvPr id="7" name="Image 1" descr="img/hat2.jpg">    </p:cNvPr>
          <p:cNvPicPr>
            <a:picLocks noChangeAspect="1"/>
          </p:cNvPicPr>
          <p:nvPr/>
        </p:nvPicPr>
        <p:blipFill>
          <a:blip r:embed="rId2"/>
          <a:srcRect l="0" r="0" t="10714" b="10714"/>
          <a:stretch/>
        </p:blipFill>
        <p:spPr>
          <a:xfrm>
            <a:off x="3520440" y="2606040"/>
            <a:ext cx="2560320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520440" y="5760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Fedora in feltro verde bosco</a:t>
            </a:r>
            <a:endParaRPr lang="en-US" sz="1200" dirty="0"/>
          </a:p>
        </p:txBody>
      </p:sp>
      <p:pic>
        <p:nvPicPr>
          <p:cNvPr id="9" name="Image 2" descr="img/hat3.jpg">    </p:cNvPr>
          <p:cNvPicPr>
            <a:picLocks noChangeAspect="1"/>
          </p:cNvPicPr>
          <p:nvPr/>
        </p:nvPicPr>
        <p:blipFill>
          <a:blip r:embed="rId3"/>
          <a:srcRect l="7576" r="7576" t="0" b="0"/>
          <a:stretch/>
        </p:blipFill>
        <p:spPr>
          <a:xfrm>
            <a:off x="6355080" y="2606040"/>
            <a:ext cx="2560320" cy="3017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355080" y="5760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Fedora nero con catena</a:t>
            </a:r>
            <a:endParaRPr lang="en-US" sz="1200" dirty="0"/>
          </a:p>
        </p:txBody>
      </p:sp>
      <p:pic>
        <p:nvPicPr>
          <p:cNvPr id="11" name="Image 3" descr="img/hat4.jpg">    </p:cNvPr>
          <p:cNvPicPr>
            <a:picLocks noChangeAspect="1"/>
          </p:cNvPicPr>
          <p:nvPr/>
        </p:nvPicPr>
        <p:blipFill>
          <a:blip r:embed="rId4"/>
          <a:srcRect l="0" r="0" t="10685" b="10685"/>
          <a:stretch/>
        </p:blipFill>
        <p:spPr>
          <a:xfrm>
            <a:off x="9189720" y="2606040"/>
            <a:ext cx="2560320" cy="3017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189720" y="5760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Basco in pelle rosso</a:t>
            </a:r>
            <a:endParaRPr lang="en-US" sz="1200" dirty="0"/>
          </a:p>
        </p:txBody>
      </p:sp>
      <p:sp>
        <p:nvSpPr>
          <p:cNvPr id="13" name="Text 7"/>
          <p:cNvSpPr txBox="1"/>
          <p:nvPr/>
        </p:nvSpPr>
        <p:spPr>
          <a:xfrm>
            <a:off x="68580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8A8D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Modelli dal catalogo attuale, come esempio. La selezione seguirà la collezione A/I 2026–27.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bors_roof.jpg">    </p:cNvPr>
          <p:cNvPicPr>
            <a:picLocks noChangeAspect="1"/>
          </p:cNvPicPr>
          <p:nvPr/>
        </p:nvPicPr>
        <p:blipFill>
          <a:blip r:embed="rId1"/>
          <a:srcRect l="0" r="0" t="824" b="3295"/>
          <a:stretch/>
        </p:blipFill>
        <p:spPr>
          <a:xfrm>
            <a:off x="0" y="0"/>
            <a:ext cx="4023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66344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LA CITTÀ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4663440" y="109728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L’architettura come scenografia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4663440" y="1965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Spesso la figura è piccola nell’inquadratura: è la città a raccontare il mondo in cui vive. Parigi va romanticizzata senza cartoline, niente Tour Eiffel.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66344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Facciate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663440" y="3429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Palazzi haussmanniani, balconi in ferro battuto, portoni in legno.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Portici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4290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Palais-Royal, Rue de Rivoli, Place des Vosges.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66344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45262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Ingressi Art Nouveau di Guimard, scale, piastrelle bianche.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Lungosenna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45262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Ponti e banchine nella nebbia del mattino.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5257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Giardini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663440" y="5623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Viali spogli, foglie a terra, le sedie verdi.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52578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Interni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56235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Androni, scaloni, ascensori a gabbia e in legno.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eline.jpg">    </p:cNvPr>
          <p:cNvPicPr>
            <a:picLocks noChangeAspect="1"/>
          </p:cNvPicPr>
          <p:nvPr/>
        </p:nvPicPr>
        <p:blipFill>
          <a:blip r:embed="rId1"/>
          <a:srcRect l="0" r="0" t="3109" b="3109"/>
          <a:stretch/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RIFERIMENTO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109728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Celine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82880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Campagna Paris, post Instagram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VEDIAMO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52422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Bianco e nero crudo. Un passo lungo sul pavé, il cappello a secchiello nero calato sul viso, le facciate haussmanniane sullo sfondo.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PRENDIAMO PER TIRABASSO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4526280"/>
            <a:ext cx="52422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passo deciso, la figura colta a metà movimento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bianco e nero per una parte della serie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cappello scuro come segno grafico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D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ucinelli.jpg">    </p:cNvPr>
          <p:cNvPicPr>
            <a:picLocks noChangeAspect="1"/>
          </p:cNvPicPr>
          <p:nvPr/>
        </p:nvPicPr>
        <p:blipFill>
          <a:blip r:embed="rId1"/>
          <a:srcRect l="0" r="0" t="14076" b="17204"/>
          <a:stretch/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RIFERIMENTO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109728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Brunello Cucinelli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82880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Sartorial bucket bag, Instagram, agosto 2026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VEDIAMO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52422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donne in un ascensore rivestito in legno. Un momento sospeso e quotidiano (le cuffie, un caffè da portare via) ma ricchissimo nei materiali.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PRENDIAMO PER TIRABASSO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4526280"/>
            <a:ext cx="52422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scena dell’ascensore elegante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calore degli interni contro il grigio della strada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 styling ricco di texture: maglia, feltro, pelle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D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bors_9.jpg">    </p:cNvPr>
          <p:cNvPicPr>
            <a:picLocks noChangeAspect="1"/>
          </p:cNvPicPr>
          <p:nvPr/>
        </p:nvPicPr>
        <p:blipFill>
          <a:blip r:embed="rId1"/>
          <a:srcRect l="26296" r="26296" t="0" b="0"/>
          <a:stretch/>
        </p:blipFill>
        <p:spPr>
          <a:xfrm>
            <a:off x="0" y="0"/>
            <a:ext cx="1828800" cy="6858000"/>
          </a:xfrm>
          <a:prstGeom prst="rect">
            <a:avLst/>
          </a:prstGeom>
        </p:spPr>
      </p:pic>
      <p:pic>
        <p:nvPicPr>
          <p:cNvPr id="3" name="Image 1" descr="img/bors_13.jpg">    </p:cNvPr>
          <p:cNvPicPr>
            <a:picLocks noChangeAspect="1"/>
          </p:cNvPicPr>
          <p:nvPr/>
        </p:nvPicPr>
        <p:blipFill>
          <a:blip r:embed="rId2"/>
          <a:srcRect l="26296" r="26296" t="0" b="0"/>
          <a:stretch/>
        </p:blipFill>
        <p:spPr>
          <a:xfrm>
            <a:off x="1920240" y="0"/>
            <a:ext cx="1828800" cy="6858000"/>
          </a:xfrm>
          <a:prstGeom prst="rect">
            <a:avLst/>
          </a:prstGeom>
        </p:spPr>
      </p:pic>
      <p:pic>
        <p:nvPicPr>
          <p:cNvPr id="4" name="Image 2" descr="img/bors_16.jpg">    </p:cNvPr>
          <p:cNvPicPr>
            <a:picLocks noChangeAspect="1"/>
          </p:cNvPicPr>
          <p:nvPr/>
        </p:nvPicPr>
        <p:blipFill>
          <a:blip r:embed="rId3"/>
          <a:srcRect l="26296" r="26296" t="0" b="0"/>
          <a:stretch/>
        </p:blipFill>
        <p:spPr>
          <a:xfrm>
            <a:off x="3840480" y="0"/>
            <a:ext cx="1828800" cy="685800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30936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RIFERIMENTO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309360" y="109728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Borsalino</a:t>
            </a:r>
            <a:endParaRPr lang="en-US" sz="3400" dirty="0"/>
          </a:p>
        </p:txBody>
      </p:sp>
      <p:sp>
        <p:nvSpPr>
          <p:cNvPr id="7" name="Text 2"/>
          <p:cNvSpPr txBox="1"/>
          <p:nvPr/>
        </p:nvSpPr>
        <p:spPr>
          <a:xfrm>
            <a:off x="6309360" y="182880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Fluid Line, film Instagram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30936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VEDIAMO</a:t>
            </a:r>
            <a:endParaRPr lang="en-US" sz="1000" dirty="0"/>
          </a:p>
        </p:txBody>
      </p:sp>
      <p:sp>
        <p:nvSpPr>
          <p:cNvPr id="9" name="Text 4"/>
          <p:cNvSpPr txBox="1"/>
          <p:nvPr/>
        </p:nvSpPr>
        <p:spPr>
          <a:xfrm>
            <a:off x="6309360" y="2834640"/>
            <a:ext cx="52422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film costruito per frammenti: tetti di Parigi, un semaforo, luci sfocate, l’accessorio in mano mentre si cammina. Il volto quasi non compare.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630936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PRENDIAMO PER TIRABASSO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6309360" y="4526280"/>
            <a:ext cx="52422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montaggio per frammenti per film e reel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Inquadrature strette sul cappello in movimento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Grana cinematografica e colori freddi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D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bolgar.jpg">    </p:cNvPr>
          <p:cNvPicPr>
            <a:picLocks noChangeAspect="1"/>
          </p:cNvPicPr>
          <p:nvPr/>
        </p:nvPicPr>
        <p:blipFill>
          <a:blip r:embed="rId1"/>
          <a:srcRect l="6677" r="6677" t="0" b="0"/>
          <a:stretch/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0936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RIFERIMENTO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309360" y="109728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Natali Bolgar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82880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edition, Instagram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514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VEDIAMO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52422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DCDD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primo piano fuori fuoco, lento, da cui emerge solo l’oro degli orecchini.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COSA PRENDIAMO PER TIRABASSO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4526280"/>
            <a:ext cx="52422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dettagli ravvicinati e sfocati come pause tra le scene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L’oro caldo come unico accento sulla palette grigia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ritmo lento per il film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D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IL RACCONTO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giornata in sette scene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25603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L’uscita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portone si apre su una via haussmanniana. Lei sistema un guanto e parte.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9000" y="1783080"/>
            <a:ext cx="25603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560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L’attraversamento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9260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Strisce bagnate, il cappotto che si apre nel passo. Vista dal marciapiede opposto.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783080"/>
            <a:ext cx="25603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560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caffè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9260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Dietro il vetro di un bistrot: la tazzina, il rossetto, lo sguardo fuori.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1783080"/>
            <a:ext cx="25603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19659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2560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metro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9260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Scende sotto un ingresso Guimard. Il corrimano, il treno che arriva.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4206240"/>
            <a:ext cx="25603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389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4983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L’ascensore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349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ascensore a gabbia o in legno in un palazzo elegante. Pochi secondi sospesi.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429000" y="4206240"/>
            <a:ext cx="25603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657600" y="4389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4983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riparo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0" y="5349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pioggia la ferma sotto un portico. Un momento vicino al viso e al cappello.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72200" y="4206240"/>
            <a:ext cx="256032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43891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A887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4983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passeggiata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5349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Nebbia e foglie secche in un giardino. La figura si allontana.</a:t>
            </a:r>
            <a:endParaRPr lang="en-US" sz="1150" dirty="0"/>
          </a:p>
        </p:txBody>
      </p:sp>
      <p:pic>
        <p:nvPicPr>
          <p:cNvPr id="32" name="Image 0" descr="img/cafe.jpg">    </p:cNvPr>
          <p:cNvPicPr>
            <a:picLocks noChangeAspect="1"/>
          </p:cNvPicPr>
          <p:nvPr/>
        </p:nvPicPr>
        <p:blipFill>
          <a:blip r:embed="rId1"/>
          <a:srcRect l="0" r="0" t="17011" b="20791"/>
          <a:stretch/>
        </p:blipFill>
        <p:spPr>
          <a:xfrm>
            <a:off x="8915400" y="4206240"/>
            <a:ext cx="256032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palais.jpg">    </p:cNvPr>
          <p:cNvPicPr>
            <a:picLocks noChangeAspect="1"/>
          </p:cNvPicPr>
          <p:nvPr/>
        </p:nvPicPr>
        <p:blipFill>
          <a:blip r:embed="rId1"/>
          <a:srcRect l="18995" r="18995" t="0" b="0"/>
          <a:stretch/>
        </p:blipFill>
        <p:spPr>
          <a:xfrm>
            <a:off x="8351215" y="0"/>
            <a:ext cx="384048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LOCATION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a Parigi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783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Uscita e strade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788920" y="17830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Saint-Germain, rue du Bac, Marais, 7° arrondissement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276856"/>
            <a:ext cx="6949440" cy="0"/>
          </a:xfrm>
          <a:prstGeom prst="line">
            <a:avLst/>
          </a:prstGeom>
          <a:noFill/>
          <a:ln w="9525">
            <a:solidFill>
              <a:srgbClr val="DCDDD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36829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Attraversamento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788920" y="236829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Grandi incroci haussmanniani: Opéra, boulevard Saint-Germain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862072"/>
            <a:ext cx="6949440" cy="0"/>
          </a:xfrm>
          <a:prstGeom prst="line">
            <a:avLst/>
          </a:prstGeom>
          <a:noFill/>
          <a:ln w="9525">
            <a:solidFill>
              <a:srgbClr val="DCDD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295351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Caffè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2788920" y="29535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Nemours (Place Colette), Café de Flore, bistrot di quartiere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85800" y="3447288"/>
            <a:ext cx="6949440" cy="0"/>
          </a:xfrm>
          <a:prstGeom prst="line">
            <a:avLst/>
          </a:prstGeom>
          <a:noFill/>
          <a:ln w="9525">
            <a:solidFill>
              <a:srgbClr val="DCDDD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53872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Metro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788920" y="353872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Ingressi Guimard (Abbesses, Porte Dauphine), stazione Arts et Métiers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85800" y="4032504"/>
            <a:ext cx="6949440" cy="0"/>
          </a:xfrm>
          <a:prstGeom prst="line">
            <a:avLst/>
          </a:prstGeom>
          <a:noFill/>
          <a:ln w="9525">
            <a:solidFill>
              <a:srgbClr val="DCDDD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12394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Ascensore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2788920" y="4123944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Palazzo haussmanniano o hôtel particulier affittato come location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85800" y="4617720"/>
            <a:ext cx="6949440" cy="0"/>
          </a:xfrm>
          <a:prstGeom prst="line">
            <a:avLst/>
          </a:prstGeom>
          <a:noFill/>
          <a:ln w="9525">
            <a:solidFill>
              <a:srgbClr val="DCDDD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7091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Riparo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2788920" y="47091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Portici del Palais-Royal, Rue de Rivoli, Place des Vosges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85800" y="5202936"/>
            <a:ext cx="6949440" cy="0"/>
          </a:xfrm>
          <a:prstGeom prst="line">
            <a:avLst/>
          </a:prstGeom>
          <a:noFill/>
          <a:ln w="9525">
            <a:solidFill>
              <a:srgbClr val="DCDDD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5294376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Passeggiata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2788920" y="5294376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Jardin du Palais-Royal, Tuileries, Luxembourg, lungosenna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85800" y="60807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8A8D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Proposte da verificare in sopralluogo. Metro, giardini e interni richiedono autorizzazioni.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— PRODUZIONE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686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la realizziamo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52578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0116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metà novembre a inizio dicembre: foglie ancora a terra, luce bassa, pioggia e nebbia al mattino. 2 giorni di scatto più 1 di riserva meteo.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783080"/>
            <a:ext cx="52578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Troupe leggera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6888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Fotografo con teleobiettivo, videomaker, stylist, hair &amp; make-up, producer locale. Una modella, qualche comparsa per strada e in metro.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794760"/>
            <a:ext cx="52578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0233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Permessi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448056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Riprese in strada da verificare con la Mission Cinéma della Ville de Paris. Metro con autorizzazione RATP. Giardini e interni con i gestori.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94760"/>
            <a:ext cx="52578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CDD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40233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 e cappelli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48056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Pioggia vera quando c’è, artificiale se serve. Piano B al coperto (caffè, ascensore, portici). Trattamento idrorepellente e doppioni dei cappelli in feltro.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852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A887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CONSEGNE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578815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0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12–15 immagini di campagna · 1 film da 45–60" · 3–4 reel verticali · dettagli per e-commerce e social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18585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rossing.jpg">    </p:cNvPr>
          <p:cNvPicPr>
            <a:picLocks noChangeAspect="1"/>
          </p:cNvPicPr>
          <p:nvPr/>
        </p:nvPicPr>
        <p:blipFill>
          <a:blip r:embed="rId1"/>
          <a:srcRect l="0" r="0" t="3704" b="3704"/>
          <a:stretch/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0" y="2011680"/>
            <a:ext cx="6035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Parigi, l’inverno,</a:t>
            </a:r>
            <a:endParaRPr lang="en-US" sz="2800" dirty="0"/>
          </a:p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una donna che li attraversa</a:t>
            </a:r>
            <a:endParaRPr lang="en-US" sz="2800" dirty="0"/>
          </a:p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il suo cappello.</a:t>
            </a:r>
            <a:endParaRPr lang="en-US" sz="2800" dirty="0"/>
          </a:p>
        </p:txBody>
      </p:sp>
      <p:pic>
        <p:nvPicPr>
          <p:cNvPr id="4" name="Image 1" descr="img/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4846320"/>
            <a:ext cx="1097280" cy="98033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995160" y="5257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A9AC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Tirabasso · Autunno / Inverno 2026–27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Tirabasso — Un hiver à Paris</dc:title>
  <dc:subject>PptxGenJS Presentation</dc:subject>
  <dc:creator>PptxGenJS</dc:creator>
  <cp:lastModifiedBy>PptxGenJS</cp:lastModifiedBy>
  <cp:revision>1</cp:revision>
  <dcterms:created xsi:type="dcterms:W3CDTF">2026-09-29T08:39:47Z</dcterms:created>
  <dcterms:modified xsi:type="dcterms:W3CDTF">2026-09-29T08:39:47Z</dcterms:modified>
</cp:coreProperties>
</file>